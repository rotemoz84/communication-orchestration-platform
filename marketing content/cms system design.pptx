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2938-3629-E5EC-B39C-9F7C53647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E4E3A-F186-D15C-EC3C-12E871B12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382DB-F1DD-318A-003A-05B1A85A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93426-2F6A-E775-C60B-A68C0941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2E5CF-99F9-B1ED-991D-8C67B6D18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6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FC6B-BC0E-B2A6-7201-CAC442FE7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E3BB9-5A5F-3839-77F3-774B10707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2B295-A751-D65B-0E71-04E905FD0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F524C-4123-A0D8-417B-D5226C4B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A4132-AA23-B6B6-470C-33CBAEB40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5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0FD0-E519-090E-0548-0B085E37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1DA40-60DB-AAB6-C6FC-8CCD34F41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D0A99-708A-A3D6-A714-D48482FC1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0FED7-DB14-8AA2-4090-58AD0493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B4D26-1261-CDFA-8803-3BDB9C3E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80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21E34-7A21-DCE3-642A-40E4024A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53D9D-EF82-3DDF-9030-9FEB1255A4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95185-CD24-3554-94A3-68DCCA696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AD063-7C12-7972-3F6E-5CD63DE1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F0E3F-8579-9F42-8C17-F74AB12E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11BF6-1E85-A0EB-F3BA-793FFC67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8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81CCF-E0BB-CAD0-208C-F0E9C7A10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D7859-2FDB-32D9-913C-B8EEFF2B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53228-CBFE-37F4-C663-7C3EC8F09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1A0A3-6193-C688-0B34-4024AF109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9B9AC-2DA8-E998-E1D6-A888E0586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66A923-FBE7-CFBD-F9F9-3D909525D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FCB83-3C88-4B73-1F29-8933CDCF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57EEE5-CECE-EDE1-9685-E38CD74E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4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A48D3-4E90-3986-89C2-BBF6F740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2D30A-8100-94AC-CB65-14AAB87E1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621A5-79DB-87E5-B65B-FED8B650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A284F-776A-A181-5557-A2A8637FB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5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C65CE0-D7B1-49CB-55BC-D2BFC802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24A15-5EE5-6C2A-E398-26FE10AA5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29E65-C67B-5618-03D3-4D2E0749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5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8A5A-13E5-80F5-2449-CFF853047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0475E-C339-9E9A-2686-B56F33191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5693F-6F9E-0560-D2A0-BA181974C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9F16F-E2E8-6DC8-8C4C-C14D065D5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1E6E7-26B6-3930-ACD0-1184B40A5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58D7C-7E24-95A1-D0C3-C59E865E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86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B81E8-4A8F-C2C9-1161-B395B2FF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302765-5B5F-1801-386D-447CD440E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02D97-8C99-F22C-8D28-4F78A6D28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470A5-999D-B893-A867-CFB6A125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3EC42-B637-8DF0-1A67-386FFCFB4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D193E-E5A8-BD61-CB1F-9CB15768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7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82E3-D1E6-5604-9CB7-C0EF4D85A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C6C64-8288-0EE4-CA01-C9E6C2F83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8B707-E9A4-DBED-9B3B-CBFF3A9D6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B640E-C2DA-06AE-68AB-6950ACAD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11FDF-F9BF-20FD-A5EA-93C8F9FB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43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E3020-8446-8F88-25D9-CDFD910DE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E0CC4-4B54-C9C1-523C-0C4F16D60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07CAD-24A1-FAF0-E59C-FBBA6F50D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45B8F-0165-58BD-20D2-5703CD5D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2D50C-1D1A-789F-B279-1FC2DA8D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0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746838-A5A5-32E9-F354-FF48C04D0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A4CEF-AD57-0141-D4A1-3FD87BAE4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39999-8060-82B0-B806-4A6130632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CC974-D0E1-4260-AA23-38B56C71F6B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3E9DB-2503-76FD-9348-43919419C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FE771-A744-668E-36E8-064E79B10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60199-1CD9-4D73-9402-AB284C8F0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7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E2838A-DFC1-5B0F-61D3-67350384DC4C}"/>
              </a:ext>
            </a:extLst>
          </p:cNvPr>
          <p:cNvSpPr/>
          <p:nvPr/>
        </p:nvSpPr>
        <p:spPr>
          <a:xfrm>
            <a:off x="4033485" y="79933"/>
            <a:ext cx="3689277" cy="701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management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2FA933-9CD9-7A41-D1DD-D3F95A0D73F4}"/>
              </a:ext>
            </a:extLst>
          </p:cNvPr>
          <p:cNvSpPr/>
          <p:nvPr/>
        </p:nvSpPr>
        <p:spPr>
          <a:xfrm>
            <a:off x="1349747" y="1327355"/>
            <a:ext cx="3005945" cy="5304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inquiry logger (not editable)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9E317B-62F6-3B93-B24B-29C9CA1D8EB3}"/>
              </a:ext>
            </a:extLst>
          </p:cNvPr>
          <p:cNvSpPr/>
          <p:nvPr/>
        </p:nvSpPr>
        <p:spPr>
          <a:xfrm>
            <a:off x="2764669" y="3237865"/>
            <a:ext cx="4805573" cy="3748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handling, funnel and contact details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72D38-680C-84B0-B915-4487028023D8}"/>
              </a:ext>
            </a:extLst>
          </p:cNvPr>
          <p:cNvSpPr/>
          <p:nvPr/>
        </p:nvSpPr>
        <p:spPr>
          <a:xfrm>
            <a:off x="4609149" y="1479755"/>
            <a:ext cx="3689277" cy="1283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Log all leads: phone calls, messages and site requests.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Try to assess potential clients automatically (according to their need and other past information we have on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Sort leads based on urgency and potential to become a client.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11CD5D-9334-15C8-1131-EED7D8D7C20F}"/>
              </a:ext>
            </a:extLst>
          </p:cNvPr>
          <p:cNvSpPr/>
          <p:nvPr/>
        </p:nvSpPr>
        <p:spPr>
          <a:xfrm>
            <a:off x="4609149" y="3746094"/>
            <a:ext cx="3689277" cy="213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Handle each customer with care. Save their contact details, and other important people close to them, like partner or parents.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Save status of the funnel process: where are they on the path to become a client, what are they missing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Who has the ball in making the call before we try again? Reminders about when should we call somebody – either since we promised, or we gave them time to think, or we want to offer a product according to their pregnancy week !</a:t>
            </a:r>
          </a:p>
        </p:txBody>
      </p:sp>
    </p:spTree>
    <p:extLst>
      <p:ext uri="{BB962C8B-B14F-4D97-AF65-F5344CB8AC3E}">
        <p14:creationId xmlns:p14="http://schemas.microsoft.com/office/powerpoint/2010/main" val="58183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38A206-4A9F-6822-4F57-7FC138B78E4A}"/>
              </a:ext>
            </a:extLst>
          </p:cNvPr>
          <p:cNvSpPr/>
          <p:nvPr/>
        </p:nvSpPr>
        <p:spPr>
          <a:xfrm>
            <a:off x="3327261" y="1740023"/>
            <a:ext cx="1518082" cy="47939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Caller name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AA2B91-7889-622C-0453-1F15D5F250D5}"/>
              </a:ext>
            </a:extLst>
          </p:cNvPr>
          <p:cNvSpPr/>
          <p:nvPr/>
        </p:nvSpPr>
        <p:spPr>
          <a:xfrm>
            <a:off x="5011042" y="1736949"/>
            <a:ext cx="1518082" cy="4992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Caller number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3453E0-2217-F43A-E72D-98380FBF9DEB}"/>
              </a:ext>
            </a:extLst>
          </p:cNvPr>
          <p:cNvSpPr/>
          <p:nvPr/>
        </p:nvSpPr>
        <p:spPr>
          <a:xfrm>
            <a:off x="1686904" y="1744496"/>
            <a:ext cx="1518082" cy="4992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 and 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9AD0B7-E620-A81E-490F-A73E990D51BD}"/>
              </a:ext>
            </a:extLst>
          </p:cNvPr>
          <p:cNvSpPr/>
          <p:nvPr/>
        </p:nvSpPr>
        <p:spPr>
          <a:xfrm>
            <a:off x="101049" y="963560"/>
            <a:ext cx="14440451" cy="4813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inquiry logger (not editable)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37C55-663E-6B55-68FF-7B1BBB340AD6}"/>
              </a:ext>
            </a:extLst>
          </p:cNvPr>
          <p:cNvSpPr/>
          <p:nvPr/>
        </p:nvSpPr>
        <p:spPr>
          <a:xfrm>
            <a:off x="6675368" y="1744496"/>
            <a:ext cx="1518082" cy="4992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Caller email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122258-F1D6-415B-6460-D72B3C31307A}"/>
              </a:ext>
            </a:extLst>
          </p:cNvPr>
          <p:cNvSpPr/>
          <p:nvPr/>
        </p:nvSpPr>
        <p:spPr>
          <a:xfrm>
            <a:off x="8294434" y="1742990"/>
            <a:ext cx="1518082" cy="4992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 status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6B8461-07A8-F44C-28B8-185DC019187D}"/>
              </a:ext>
            </a:extLst>
          </p:cNvPr>
          <p:cNvSpPr/>
          <p:nvPr/>
        </p:nvSpPr>
        <p:spPr>
          <a:xfrm>
            <a:off x="8301977" y="2366170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 answered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99EC7D-6EC2-6C81-3F61-6E6A18DB8454}"/>
              </a:ext>
            </a:extLst>
          </p:cNvPr>
          <p:cNvSpPr/>
          <p:nvPr/>
        </p:nvSpPr>
        <p:spPr>
          <a:xfrm>
            <a:off x="8309524" y="3025566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 unanswered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A22017-6CA7-5ECA-0882-BF9FADCEE9A8}"/>
              </a:ext>
            </a:extLst>
          </p:cNvPr>
          <p:cNvSpPr/>
          <p:nvPr/>
        </p:nvSpPr>
        <p:spPr>
          <a:xfrm>
            <a:off x="8317070" y="3630636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 unanswered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C9EA75-1391-9AE5-F71F-6C052585CF3A}"/>
              </a:ext>
            </a:extLst>
          </p:cNvPr>
          <p:cNvSpPr/>
          <p:nvPr/>
        </p:nvSpPr>
        <p:spPr>
          <a:xfrm>
            <a:off x="9909488" y="1762030"/>
            <a:ext cx="1518082" cy="47939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4BC7DD-125A-5142-578F-5A93A485E333}"/>
              </a:ext>
            </a:extLst>
          </p:cNvPr>
          <p:cNvSpPr/>
          <p:nvPr/>
        </p:nvSpPr>
        <p:spPr>
          <a:xfrm>
            <a:off x="11528546" y="1760520"/>
            <a:ext cx="1518082" cy="47939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Pregnancy week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6056A5-AE1F-A397-D4B8-B444F70C3C3B}"/>
              </a:ext>
            </a:extLst>
          </p:cNvPr>
          <p:cNvSpPr/>
          <p:nvPr/>
        </p:nvSpPr>
        <p:spPr>
          <a:xfrm>
            <a:off x="101049" y="1733936"/>
            <a:ext cx="1518082" cy="4992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Called through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6823D8-DF49-6851-A352-91B261245943}"/>
              </a:ext>
            </a:extLst>
          </p:cNvPr>
          <p:cNvSpPr/>
          <p:nvPr/>
        </p:nvSpPr>
        <p:spPr>
          <a:xfrm>
            <a:off x="90492" y="2348071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Site 0486801552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2D1C20-B220-DE45-DD0F-00C6BA586505}"/>
              </a:ext>
            </a:extLst>
          </p:cNvPr>
          <p:cNvSpPr/>
          <p:nvPr/>
        </p:nvSpPr>
        <p:spPr>
          <a:xfrm>
            <a:off x="79935" y="2962206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Phone 046801552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C9347E-7F7B-A2EE-7E88-12B3111A3BA7}"/>
              </a:ext>
            </a:extLst>
          </p:cNvPr>
          <p:cNvSpPr/>
          <p:nvPr/>
        </p:nvSpPr>
        <p:spPr>
          <a:xfrm>
            <a:off x="78429" y="3531062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Cellphone 0509996171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60599A-1194-28E1-C7B2-C7C8819064D5}"/>
              </a:ext>
            </a:extLst>
          </p:cNvPr>
          <p:cNvSpPr/>
          <p:nvPr/>
        </p:nvSpPr>
        <p:spPr>
          <a:xfrm>
            <a:off x="85973" y="4108975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Site contact form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993772-A628-DA8C-8537-1CE9EA709C94}"/>
              </a:ext>
            </a:extLst>
          </p:cNvPr>
          <p:cNvSpPr/>
          <p:nvPr/>
        </p:nvSpPr>
        <p:spPr>
          <a:xfrm>
            <a:off x="85971" y="4688394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Whatsapp</a:t>
            </a:r>
            <a:r>
              <a:rPr lang="en-US" dirty="0"/>
              <a:t> message 0509996171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8B86A8-FF50-483E-1DAD-2AB1AD908FEE}"/>
              </a:ext>
            </a:extLst>
          </p:cNvPr>
          <p:cNvSpPr/>
          <p:nvPr/>
        </p:nvSpPr>
        <p:spPr>
          <a:xfrm>
            <a:off x="89078" y="5325986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Site </a:t>
            </a:r>
            <a:r>
              <a:rPr lang="en-US" dirty="0" err="1"/>
              <a:t>Whatsapp</a:t>
            </a:r>
            <a:r>
              <a:rPr lang="en-US" dirty="0"/>
              <a:t> 0509996171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13C01C-B43B-B0A4-09E4-540F1A1452A3}"/>
              </a:ext>
            </a:extLst>
          </p:cNvPr>
          <p:cNvSpPr/>
          <p:nvPr/>
        </p:nvSpPr>
        <p:spPr>
          <a:xfrm>
            <a:off x="13124844" y="1764758"/>
            <a:ext cx="1518082" cy="4992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potential customer?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1E6DC2-D25C-D1B6-6870-9F4D2553C340}"/>
              </a:ext>
            </a:extLst>
          </p:cNvPr>
          <p:cNvSpPr/>
          <p:nvPr/>
        </p:nvSpPr>
        <p:spPr>
          <a:xfrm>
            <a:off x="14648844" y="2310858"/>
            <a:ext cx="1518082" cy="4992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 customer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2DAE9E-94F3-93AC-B16D-8EAE3C3B3D65}"/>
              </a:ext>
            </a:extLst>
          </p:cNvPr>
          <p:cNvSpPr/>
          <p:nvPr/>
        </p:nvSpPr>
        <p:spPr>
          <a:xfrm>
            <a:off x="14648844" y="2882358"/>
            <a:ext cx="1518082" cy="4992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 customer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36D5DA-87B7-C911-A0AD-CC7FCE7FE43F}"/>
              </a:ext>
            </a:extLst>
          </p:cNvPr>
          <p:cNvSpPr/>
          <p:nvPr/>
        </p:nvSpPr>
        <p:spPr>
          <a:xfrm>
            <a:off x="14648844" y="3453858"/>
            <a:ext cx="1518082" cy="4992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 customer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7278E6-B9D2-FA96-D392-6D90270B881E}"/>
              </a:ext>
            </a:extLst>
          </p:cNvPr>
          <p:cNvSpPr/>
          <p:nvPr/>
        </p:nvSpPr>
        <p:spPr>
          <a:xfrm>
            <a:off x="21153" y="40882"/>
            <a:ext cx="1984628" cy="17218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Ability to sort and filter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996598-1921-982C-8CBD-1ABA91AF377D}"/>
              </a:ext>
            </a:extLst>
          </p:cNvPr>
          <p:cNvSpPr/>
          <p:nvPr/>
        </p:nvSpPr>
        <p:spPr>
          <a:xfrm>
            <a:off x="793500" y="1055126"/>
            <a:ext cx="1518082" cy="4992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Last 24 hours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84F01FC-E2B8-6516-0B98-2D3C98DF6E5E}"/>
              </a:ext>
            </a:extLst>
          </p:cNvPr>
          <p:cNvSpPr/>
          <p:nvPr/>
        </p:nvSpPr>
        <p:spPr>
          <a:xfrm>
            <a:off x="2381412" y="1040373"/>
            <a:ext cx="1518082" cy="4992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Since last visit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4DCE33-662E-D606-E6A2-851D78AD6D4F}"/>
              </a:ext>
            </a:extLst>
          </p:cNvPr>
          <p:cNvSpPr/>
          <p:nvPr/>
        </p:nvSpPr>
        <p:spPr>
          <a:xfrm>
            <a:off x="3969324" y="1025620"/>
            <a:ext cx="1518082" cy="4992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Since last work day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687A4A0-4647-19A8-9B17-F02AFCCA38E7}"/>
              </a:ext>
            </a:extLst>
          </p:cNvPr>
          <p:cNvSpPr/>
          <p:nvPr/>
        </p:nvSpPr>
        <p:spPr>
          <a:xfrm>
            <a:off x="6405" y="262109"/>
            <a:ext cx="1984628" cy="172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Button of action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2C1F44-0196-325E-A5BA-69CBE00FF371}"/>
              </a:ext>
            </a:extLst>
          </p:cNvPr>
          <p:cNvSpPr/>
          <p:nvPr/>
        </p:nvSpPr>
        <p:spPr>
          <a:xfrm>
            <a:off x="-8344" y="473501"/>
            <a:ext cx="1984628" cy="1721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Title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156F32-3B92-8239-1773-4DC6D46531CD}"/>
              </a:ext>
            </a:extLst>
          </p:cNvPr>
          <p:cNvSpPr/>
          <p:nvPr/>
        </p:nvSpPr>
        <p:spPr>
          <a:xfrm>
            <a:off x="-23093" y="684893"/>
            <a:ext cx="1984628" cy="172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 field</a:t>
            </a:r>
          </a:p>
        </p:txBody>
      </p:sp>
    </p:spTree>
    <p:extLst>
      <p:ext uri="{BB962C8B-B14F-4D97-AF65-F5344CB8AC3E}">
        <p14:creationId xmlns:p14="http://schemas.microsoft.com/office/powerpoint/2010/main" val="180288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97ECB92-FD80-3282-0CED-E58A95400A26}"/>
              </a:ext>
            </a:extLst>
          </p:cNvPr>
          <p:cNvSpPr/>
          <p:nvPr/>
        </p:nvSpPr>
        <p:spPr>
          <a:xfrm>
            <a:off x="272188" y="4934468"/>
            <a:ext cx="11767406" cy="4992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Inquiry funnel process (editable)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757A9C-5225-B727-002B-120BACFB930F}"/>
              </a:ext>
            </a:extLst>
          </p:cNvPr>
          <p:cNvSpPr/>
          <p:nvPr/>
        </p:nvSpPr>
        <p:spPr>
          <a:xfrm>
            <a:off x="8813705" y="824981"/>
            <a:ext cx="1518082" cy="479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9A29FA-85C1-64E0-763B-B473F7F00156}"/>
              </a:ext>
            </a:extLst>
          </p:cNvPr>
          <p:cNvSpPr/>
          <p:nvPr/>
        </p:nvSpPr>
        <p:spPr>
          <a:xfrm>
            <a:off x="8794677" y="1368007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Phone number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C30E39-1575-BCE6-5BD5-F56EF4E88B9B}"/>
              </a:ext>
            </a:extLst>
          </p:cNvPr>
          <p:cNvSpPr/>
          <p:nvPr/>
        </p:nvSpPr>
        <p:spPr>
          <a:xfrm>
            <a:off x="239148" y="3483754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 and time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56EBED-19F2-D939-05A7-4B19CB9A1BE9}"/>
              </a:ext>
            </a:extLst>
          </p:cNvPr>
          <p:cNvSpPr/>
          <p:nvPr/>
        </p:nvSpPr>
        <p:spPr>
          <a:xfrm>
            <a:off x="10459003" y="1375554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BC5FE9-5BF0-1855-850A-4C465EBE9DC2}"/>
              </a:ext>
            </a:extLst>
          </p:cNvPr>
          <p:cNvSpPr/>
          <p:nvPr/>
        </p:nvSpPr>
        <p:spPr>
          <a:xfrm>
            <a:off x="264333" y="696305"/>
            <a:ext cx="4642711" cy="1284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request and actual need</a:t>
            </a:r>
          </a:p>
          <a:p>
            <a:pPr algn="ctr"/>
            <a:r>
              <a:rPr lang="en-US" dirty="0"/>
              <a:t>(keeps history of edits on this field)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BD7FAD-D358-DD73-599C-55DD7E00271F}"/>
              </a:ext>
            </a:extLst>
          </p:cNvPr>
          <p:cNvSpPr/>
          <p:nvPr/>
        </p:nvSpPr>
        <p:spPr>
          <a:xfrm>
            <a:off x="5433361" y="801972"/>
            <a:ext cx="1518082" cy="479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Pregnancy week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46939-3323-8B1B-7560-83BCB5425976}"/>
              </a:ext>
            </a:extLst>
          </p:cNvPr>
          <p:cNvSpPr/>
          <p:nvPr/>
        </p:nvSpPr>
        <p:spPr>
          <a:xfrm>
            <a:off x="203364" y="3054152"/>
            <a:ext cx="4805573" cy="3748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History call log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FE9C9C-2B4C-222E-C275-E82EE893BB5B}"/>
              </a:ext>
            </a:extLst>
          </p:cNvPr>
          <p:cNvSpPr/>
          <p:nvPr/>
        </p:nvSpPr>
        <p:spPr>
          <a:xfrm>
            <a:off x="8794677" y="206382"/>
            <a:ext cx="3219524" cy="4793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contact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D8AC8C-A795-44AF-EA94-9CFE1C85992A}"/>
              </a:ext>
            </a:extLst>
          </p:cNvPr>
          <p:cNvSpPr/>
          <p:nvPr/>
        </p:nvSpPr>
        <p:spPr>
          <a:xfrm>
            <a:off x="10439305" y="837681"/>
            <a:ext cx="1518082" cy="479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142D96-224E-FD51-ADB1-70C049D794DD}"/>
              </a:ext>
            </a:extLst>
          </p:cNvPr>
          <p:cNvSpPr/>
          <p:nvPr/>
        </p:nvSpPr>
        <p:spPr>
          <a:xfrm>
            <a:off x="8769277" y="2085982"/>
            <a:ext cx="3219524" cy="8885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partner details (ability to add several like partner, parents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E7E002-2303-B2DC-FADC-DA3400A04B52}"/>
              </a:ext>
            </a:extLst>
          </p:cNvPr>
          <p:cNvSpPr/>
          <p:nvPr/>
        </p:nvSpPr>
        <p:spPr>
          <a:xfrm>
            <a:off x="1826648" y="3496454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 of contact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AB7B03-1B7B-AC65-BF0C-EAF825EEE8ED}"/>
              </a:ext>
            </a:extLst>
          </p:cNvPr>
          <p:cNvSpPr/>
          <p:nvPr/>
        </p:nvSpPr>
        <p:spPr>
          <a:xfrm>
            <a:off x="3439548" y="3509154"/>
            <a:ext cx="1518082" cy="499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 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C5B351-0B5D-DF92-032B-107419CEC504}"/>
              </a:ext>
            </a:extLst>
          </p:cNvPr>
          <p:cNvSpPr/>
          <p:nvPr/>
        </p:nvSpPr>
        <p:spPr>
          <a:xfrm>
            <a:off x="5416477" y="219082"/>
            <a:ext cx="3219524" cy="4793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health treatments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DFD31D-482E-9CCD-DD8A-44CF9674C563}"/>
              </a:ext>
            </a:extLst>
          </p:cNvPr>
          <p:cNvSpPr/>
          <p:nvPr/>
        </p:nvSpPr>
        <p:spPr>
          <a:xfrm>
            <a:off x="5433361" y="1424272"/>
            <a:ext cx="1518082" cy="479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scan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E944E7-A35A-7AFA-9A16-E16875700A63}"/>
              </a:ext>
            </a:extLst>
          </p:cNvPr>
          <p:cNvSpPr/>
          <p:nvPr/>
        </p:nvSpPr>
        <p:spPr>
          <a:xfrm>
            <a:off x="7147861" y="814672"/>
            <a:ext cx="1518082" cy="479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Previous children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61A99D-A99C-AD4A-23E4-2B27D5F424DC}"/>
              </a:ext>
            </a:extLst>
          </p:cNvPr>
          <p:cNvSpPr/>
          <p:nvPr/>
        </p:nvSpPr>
        <p:spPr>
          <a:xfrm>
            <a:off x="2920180" y="6247693"/>
            <a:ext cx="1425677" cy="4992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IS POTENTIAL CUSTOMER 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3FB685-936C-D1A1-7AAC-C15B7BDF2356}"/>
              </a:ext>
            </a:extLst>
          </p:cNvPr>
          <p:cNvSpPr/>
          <p:nvPr/>
        </p:nvSpPr>
        <p:spPr>
          <a:xfrm>
            <a:off x="391548" y="5464956"/>
            <a:ext cx="1518082" cy="738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First call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E74CD4-7DEB-DBA9-7F47-80E73489350A}"/>
              </a:ext>
            </a:extLst>
          </p:cNvPr>
          <p:cNvSpPr/>
          <p:nvPr/>
        </p:nvSpPr>
        <p:spPr>
          <a:xfrm>
            <a:off x="2047874" y="5467824"/>
            <a:ext cx="1518082" cy="738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 a need that clinic can provide?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A18512-F94E-194F-2861-6C1E855186BC}"/>
              </a:ext>
            </a:extLst>
          </p:cNvPr>
          <p:cNvSpPr/>
          <p:nvPr/>
        </p:nvSpPr>
        <p:spPr>
          <a:xfrm>
            <a:off x="5233941" y="5480524"/>
            <a:ext cx="1518082" cy="738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Understand pricing advantage?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9DC52B-9D9E-4088-1093-7308F33E4D51}"/>
              </a:ext>
            </a:extLst>
          </p:cNvPr>
          <p:cNvSpPr/>
          <p:nvPr/>
        </p:nvSpPr>
        <p:spPr>
          <a:xfrm>
            <a:off x="3616531" y="5475609"/>
            <a:ext cx="1518082" cy="738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familiar with the doctor?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C6D29B-D27A-505E-0D66-319859288E65}"/>
              </a:ext>
            </a:extLst>
          </p:cNvPr>
          <p:cNvSpPr/>
          <p:nvPr/>
        </p:nvSpPr>
        <p:spPr>
          <a:xfrm>
            <a:off x="6841516" y="5485441"/>
            <a:ext cx="1518082" cy="738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Booked a session?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86F083-2BE5-8D91-AB72-1ABF28992AA6}"/>
              </a:ext>
            </a:extLst>
          </p:cNvPr>
          <p:cNvSpPr/>
          <p:nvPr/>
        </p:nvSpPr>
        <p:spPr>
          <a:xfrm>
            <a:off x="8449091" y="5490358"/>
            <a:ext cx="1518082" cy="738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Booked a call with doctor?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0FA31C-D67C-8191-D942-F65DA1F0EBC1}"/>
              </a:ext>
            </a:extLst>
          </p:cNvPr>
          <p:cNvSpPr/>
          <p:nvPr/>
        </p:nvSpPr>
        <p:spPr>
          <a:xfrm>
            <a:off x="10056665" y="5489992"/>
            <a:ext cx="1900721" cy="8058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Return to them with a call on the next potential event according to pregnancy week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D5B375-A43E-2769-4121-6F82AE965534}"/>
              </a:ext>
            </a:extLst>
          </p:cNvPr>
          <p:cNvSpPr/>
          <p:nvPr/>
        </p:nvSpPr>
        <p:spPr>
          <a:xfrm>
            <a:off x="178783" y="266703"/>
            <a:ext cx="4805573" cy="3748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request history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10E1E7C2-65BB-C1FC-871F-A62C3D99B947}"/>
              </a:ext>
            </a:extLst>
          </p:cNvPr>
          <p:cNvSpPr/>
          <p:nvPr/>
        </p:nvSpPr>
        <p:spPr>
          <a:xfrm>
            <a:off x="4613287" y="4635227"/>
            <a:ext cx="3293615" cy="484632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055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341</Words>
  <Application>Microsoft Office PowerPoint</Application>
  <PresentationFormat>Widescreen</PresentationFormat>
  <Paragraphs>64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Oz, Shachar</dc:creator>
  <cp:lastModifiedBy>Oz, Shachar</cp:lastModifiedBy>
  <cp:revision>5</cp:revision>
  <dcterms:created xsi:type="dcterms:W3CDTF">2026-02-03T19:04:10Z</dcterms:created>
  <dcterms:modified xsi:type="dcterms:W3CDTF">2026-02-10T22:24:52Z</dcterms:modified>
</cp:coreProperties>
</file>